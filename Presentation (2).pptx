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8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19A4E-4DC7-0AAC-86D8-C0287C7442F4}" v="1724" dt="2026-04-03T19:56:16.887"/>
    <p1510:client id="{5AAA49A9-2EED-35BA-5A51-A8B2EE014522}" v="1168" dt="2026-04-03T23:08:21.060"/>
    <p1510:client id="{9C003E06-8F73-D38C-C70C-A2BABE802B01}" v="7" dt="2026-04-03T23:12:56.211"/>
    <p1510:client id="{C9FF18AD-6967-4DA7-5467-24926CED6525}" v="15" dt="2026-04-03T23:25:43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D9AE8-FD9F-496F-A02D-7958B00032A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7C898DA-394A-4F04-BD45-0CFE3517791F}">
      <dgm:prSet/>
      <dgm:spPr/>
      <dgm:t>
        <a:bodyPr/>
        <a:lstStyle/>
        <a:p>
          <a:pPr>
            <a:defRPr cap="all"/>
          </a:pPr>
          <a:r>
            <a:rPr lang="en-US"/>
            <a:t>Our algorithm of ANC ( means making Anti-signal ) is present here</a:t>
          </a:r>
        </a:p>
      </dgm:t>
    </dgm:pt>
    <dgm:pt modelId="{CB75003B-6BB7-406F-97B7-077D08D6D6B0}" type="parTrans" cxnId="{3B19A54D-C2A5-4EDB-8551-B677B2ED59A0}">
      <dgm:prSet/>
      <dgm:spPr/>
      <dgm:t>
        <a:bodyPr/>
        <a:lstStyle/>
        <a:p>
          <a:endParaRPr lang="en-US"/>
        </a:p>
      </dgm:t>
    </dgm:pt>
    <dgm:pt modelId="{92C60329-2F12-4A9E-A024-338EC7CF9BBE}" type="sibTrans" cxnId="{3B19A54D-C2A5-4EDB-8551-B677B2ED59A0}">
      <dgm:prSet/>
      <dgm:spPr/>
      <dgm:t>
        <a:bodyPr/>
        <a:lstStyle/>
        <a:p>
          <a:endParaRPr lang="en-US"/>
        </a:p>
      </dgm:t>
    </dgm:pt>
    <dgm:pt modelId="{9F19F732-132A-4D75-A0F0-B9FA0918DA26}">
      <dgm:prSet/>
      <dgm:spPr/>
      <dgm:t>
        <a:bodyPr/>
        <a:lstStyle/>
        <a:p>
          <a:pPr>
            <a:defRPr cap="all"/>
          </a:pPr>
          <a:r>
            <a:rPr lang="en-US"/>
            <a:t>Real-time File Transfer</a:t>
          </a:r>
        </a:p>
      </dgm:t>
    </dgm:pt>
    <dgm:pt modelId="{7E4021FC-FBE7-431B-8417-D0101FC647FC}" type="parTrans" cxnId="{738FFB7F-5B56-4000-AF31-7A3DE1C08C60}">
      <dgm:prSet/>
      <dgm:spPr/>
      <dgm:t>
        <a:bodyPr/>
        <a:lstStyle/>
        <a:p>
          <a:endParaRPr lang="en-US"/>
        </a:p>
      </dgm:t>
    </dgm:pt>
    <dgm:pt modelId="{44F94CAF-C953-42B4-B8D4-CCC6F02156B5}" type="sibTrans" cxnId="{738FFB7F-5B56-4000-AF31-7A3DE1C08C60}">
      <dgm:prSet/>
      <dgm:spPr/>
      <dgm:t>
        <a:bodyPr/>
        <a:lstStyle/>
        <a:p>
          <a:endParaRPr lang="en-US"/>
        </a:p>
      </dgm:t>
    </dgm:pt>
    <dgm:pt modelId="{1EE1FD99-37CC-4DB0-8D64-7D02D4ADFD45}">
      <dgm:prSet/>
      <dgm:spPr/>
      <dgm:t>
        <a:bodyPr/>
        <a:lstStyle/>
        <a:p>
          <a:pPr>
            <a:defRPr cap="all"/>
          </a:pPr>
          <a:r>
            <a:rPr lang="en-US"/>
            <a:t>Enables remote request here like turn on ANC or turn off ANC</a:t>
          </a:r>
        </a:p>
      </dgm:t>
    </dgm:pt>
    <dgm:pt modelId="{6B4A23A4-295A-44B3-88C8-8FFA120AF05E}" type="parTrans" cxnId="{7DD65552-EEA0-49D2-B19D-A0793D31775A}">
      <dgm:prSet/>
      <dgm:spPr/>
      <dgm:t>
        <a:bodyPr/>
        <a:lstStyle/>
        <a:p>
          <a:endParaRPr lang="en-US"/>
        </a:p>
      </dgm:t>
    </dgm:pt>
    <dgm:pt modelId="{93CB3622-6AE1-444F-9748-9B0BE00D3F72}" type="sibTrans" cxnId="{7DD65552-EEA0-49D2-B19D-A0793D31775A}">
      <dgm:prSet/>
      <dgm:spPr/>
      <dgm:t>
        <a:bodyPr/>
        <a:lstStyle/>
        <a:p>
          <a:endParaRPr lang="en-US"/>
        </a:p>
      </dgm:t>
    </dgm:pt>
    <dgm:pt modelId="{C2A64C07-E7FD-43AF-A76D-AE0C231529A5}" type="pres">
      <dgm:prSet presAssocID="{9A3D9AE8-FD9F-496F-A02D-7958B00032A0}" presName="root" presStyleCnt="0">
        <dgm:presLayoutVars>
          <dgm:dir/>
          <dgm:resizeHandles val="exact"/>
        </dgm:presLayoutVars>
      </dgm:prSet>
      <dgm:spPr/>
    </dgm:pt>
    <dgm:pt modelId="{0E6EBB32-EBBA-4306-904E-29839D400925}" type="pres">
      <dgm:prSet presAssocID="{57C898DA-394A-4F04-BD45-0CFE3517791F}" presName="compNode" presStyleCnt="0"/>
      <dgm:spPr/>
    </dgm:pt>
    <dgm:pt modelId="{91A1A1F9-48F8-4573-984E-4C378F1D2D1C}" type="pres">
      <dgm:prSet presAssocID="{57C898DA-394A-4F04-BD45-0CFE3517791F}" presName="iconBgRect" presStyleLbl="bgShp" presStyleIdx="0" presStyleCnt="3"/>
      <dgm:spPr/>
    </dgm:pt>
    <dgm:pt modelId="{FB003975-63E2-4E27-AC69-7DBC85CB150F}" type="pres">
      <dgm:prSet presAssocID="{57C898DA-394A-4F04-BD45-0CFE3517791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71DC1D5-9256-4346-A033-A36D51003CBB}" type="pres">
      <dgm:prSet presAssocID="{57C898DA-394A-4F04-BD45-0CFE3517791F}" presName="spaceRect" presStyleCnt="0"/>
      <dgm:spPr/>
    </dgm:pt>
    <dgm:pt modelId="{34CDA4A8-9EE7-4B0E-841F-97466CFCDE9A}" type="pres">
      <dgm:prSet presAssocID="{57C898DA-394A-4F04-BD45-0CFE3517791F}" presName="textRect" presStyleLbl="revTx" presStyleIdx="0" presStyleCnt="3">
        <dgm:presLayoutVars>
          <dgm:chMax val="1"/>
          <dgm:chPref val="1"/>
        </dgm:presLayoutVars>
      </dgm:prSet>
      <dgm:spPr/>
    </dgm:pt>
    <dgm:pt modelId="{95331B40-1344-4072-AFFB-D5924DA4473D}" type="pres">
      <dgm:prSet presAssocID="{92C60329-2F12-4A9E-A024-338EC7CF9BBE}" presName="sibTrans" presStyleCnt="0"/>
      <dgm:spPr/>
    </dgm:pt>
    <dgm:pt modelId="{D303C74A-9AED-444E-B62B-7D06843D841B}" type="pres">
      <dgm:prSet presAssocID="{9F19F732-132A-4D75-A0F0-B9FA0918DA26}" presName="compNode" presStyleCnt="0"/>
      <dgm:spPr/>
    </dgm:pt>
    <dgm:pt modelId="{A91CD25D-5B7B-4D9F-B18A-E460C047ADB6}" type="pres">
      <dgm:prSet presAssocID="{9F19F732-132A-4D75-A0F0-B9FA0918DA26}" presName="iconBgRect" presStyleLbl="bgShp" presStyleIdx="1" presStyleCnt="3"/>
      <dgm:spPr/>
    </dgm:pt>
    <dgm:pt modelId="{2EE45BD7-C93C-4BF4-987E-3A3873872D3E}" type="pres">
      <dgm:prSet presAssocID="{9F19F732-132A-4D75-A0F0-B9FA0918DA2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6542E89-6AB4-4497-8097-2134802CFAE2}" type="pres">
      <dgm:prSet presAssocID="{9F19F732-132A-4D75-A0F0-B9FA0918DA26}" presName="spaceRect" presStyleCnt="0"/>
      <dgm:spPr/>
    </dgm:pt>
    <dgm:pt modelId="{9C4C2683-931C-4177-89B2-D5CF620A4E32}" type="pres">
      <dgm:prSet presAssocID="{9F19F732-132A-4D75-A0F0-B9FA0918DA26}" presName="textRect" presStyleLbl="revTx" presStyleIdx="1" presStyleCnt="3">
        <dgm:presLayoutVars>
          <dgm:chMax val="1"/>
          <dgm:chPref val="1"/>
        </dgm:presLayoutVars>
      </dgm:prSet>
      <dgm:spPr/>
    </dgm:pt>
    <dgm:pt modelId="{0800787B-D578-4065-8E69-9D6E89DD7015}" type="pres">
      <dgm:prSet presAssocID="{44F94CAF-C953-42B4-B8D4-CCC6F02156B5}" presName="sibTrans" presStyleCnt="0"/>
      <dgm:spPr/>
    </dgm:pt>
    <dgm:pt modelId="{84501BE9-215C-43CD-AD10-AFBAB95ADA78}" type="pres">
      <dgm:prSet presAssocID="{1EE1FD99-37CC-4DB0-8D64-7D02D4ADFD45}" presName="compNode" presStyleCnt="0"/>
      <dgm:spPr/>
    </dgm:pt>
    <dgm:pt modelId="{1FA0EE1A-16BF-423F-A374-ED0639020A05}" type="pres">
      <dgm:prSet presAssocID="{1EE1FD99-37CC-4DB0-8D64-7D02D4ADFD45}" presName="iconBgRect" presStyleLbl="bgShp" presStyleIdx="2" presStyleCnt="3"/>
      <dgm:spPr/>
    </dgm:pt>
    <dgm:pt modelId="{A886444D-7759-44A5-98A8-5CFE8FB219CD}" type="pres">
      <dgm:prSet presAssocID="{1EE1FD99-37CC-4DB0-8D64-7D02D4ADFD4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517197EA-6D5C-4858-8A3F-69C6A92547E4}" type="pres">
      <dgm:prSet presAssocID="{1EE1FD99-37CC-4DB0-8D64-7D02D4ADFD45}" presName="spaceRect" presStyleCnt="0"/>
      <dgm:spPr/>
    </dgm:pt>
    <dgm:pt modelId="{8EEE5404-DEE5-45E0-B702-ACF34509E5BA}" type="pres">
      <dgm:prSet presAssocID="{1EE1FD99-37CC-4DB0-8D64-7D02D4ADFD4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B19A54D-C2A5-4EDB-8551-B677B2ED59A0}" srcId="{9A3D9AE8-FD9F-496F-A02D-7958B00032A0}" destId="{57C898DA-394A-4F04-BD45-0CFE3517791F}" srcOrd="0" destOrd="0" parTransId="{CB75003B-6BB7-406F-97B7-077D08D6D6B0}" sibTransId="{92C60329-2F12-4A9E-A024-338EC7CF9BBE}"/>
    <dgm:cxn modelId="{C41B4552-7077-4312-B95B-7B13830C740F}" type="presOf" srcId="{1EE1FD99-37CC-4DB0-8D64-7D02D4ADFD45}" destId="{8EEE5404-DEE5-45E0-B702-ACF34509E5BA}" srcOrd="0" destOrd="0" presId="urn:microsoft.com/office/officeart/2018/5/layout/IconCircleLabelList"/>
    <dgm:cxn modelId="{7DD65552-EEA0-49D2-B19D-A0793D31775A}" srcId="{9A3D9AE8-FD9F-496F-A02D-7958B00032A0}" destId="{1EE1FD99-37CC-4DB0-8D64-7D02D4ADFD45}" srcOrd="2" destOrd="0" parTransId="{6B4A23A4-295A-44B3-88C8-8FFA120AF05E}" sibTransId="{93CB3622-6AE1-444F-9748-9B0BE00D3F72}"/>
    <dgm:cxn modelId="{3CE57D74-BE8F-430B-BA41-1CFDDAE3E36C}" type="presOf" srcId="{57C898DA-394A-4F04-BD45-0CFE3517791F}" destId="{34CDA4A8-9EE7-4B0E-841F-97466CFCDE9A}" srcOrd="0" destOrd="0" presId="urn:microsoft.com/office/officeart/2018/5/layout/IconCircleLabelList"/>
    <dgm:cxn modelId="{5D86B359-2815-4186-9DE3-9180B477692C}" type="presOf" srcId="{9A3D9AE8-FD9F-496F-A02D-7958B00032A0}" destId="{C2A64C07-E7FD-43AF-A76D-AE0C231529A5}" srcOrd="0" destOrd="0" presId="urn:microsoft.com/office/officeart/2018/5/layout/IconCircleLabelList"/>
    <dgm:cxn modelId="{738FFB7F-5B56-4000-AF31-7A3DE1C08C60}" srcId="{9A3D9AE8-FD9F-496F-A02D-7958B00032A0}" destId="{9F19F732-132A-4D75-A0F0-B9FA0918DA26}" srcOrd="1" destOrd="0" parTransId="{7E4021FC-FBE7-431B-8417-D0101FC647FC}" sibTransId="{44F94CAF-C953-42B4-B8D4-CCC6F02156B5}"/>
    <dgm:cxn modelId="{E53A3D98-3E65-481D-ADAE-1C1B54E8440A}" type="presOf" srcId="{9F19F732-132A-4D75-A0F0-B9FA0918DA26}" destId="{9C4C2683-931C-4177-89B2-D5CF620A4E32}" srcOrd="0" destOrd="0" presId="urn:microsoft.com/office/officeart/2018/5/layout/IconCircleLabelList"/>
    <dgm:cxn modelId="{9F4F537F-C5D2-4638-A754-166CE589EE9F}" type="presParOf" srcId="{C2A64C07-E7FD-43AF-A76D-AE0C231529A5}" destId="{0E6EBB32-EBBA-4306-904E-29839D400925}" srcOrd="0" destOrd="0" presId="urn:microsoft.com/office/officeart/2018/5/layout/IconCircleLabelList"/>
    <dgm:cxn modelId="{D6A2238D-DCF4-4783-BB9F-7A98C6AEDFE0}" type="presParOf" srcId="{0E6EBB32-EBBA-4306-904E-29839D400925}" destId="{91A1A1F9-48F8-4573-984E-4C378F1D2D1C}" srcOrd="0" destOrd="0" presId="urn:microsoft.com/office/officeart/2018/5/layout/IconCircleLabelList"/>
    <dgm:cxn modelId="{06A30653-2384-466E-860E-45C0CFD98099}" type="presParOf" srcId="{0E6EBB32-EBBA-4306-904E-29839D400925}" destId="{FB003975-63E2-4E27-AC69-7DBC85CB150F}" srcOrd="1" destOrd="0" presId="urn:microsoft.com/office/officeart/2018/5/layout/IconCircleLabelList"/>
    <dgm:cxn modelId="{AAF9BE58-0AE3-4906-8543-B0E006AF8339}" type="presParOf" srcId="{0E6EBB32-EBBA-4306-904E-29839D400925}" destId="{571DC1D5-9256-4346-A033-A36D51003CBB}" srcOrd="2" destOrd="0" presId="urn:microsoft.com/office/officeart/2018/5/layout/IconCircleLabelList"/>
    <dgm:cxn modelId="{76335857-2D15-4868-980D-E072340A6C93}" type="presParOf" srcId="{0E6EBB32-EBBA-4306-904E-29839D400925}" destId="{34CDA4A8-9EE7-4B0E-841F-97466CFCDE9A}" srcOrd="3" destOrd="0" presId="urn:microsoft.com/office/officeart/2018/5/layout/IconCircleLabelList"/>
    <dgm:cxn modelId="{B7501076-194C-400F-A4F5-61D01AB1B1D5}" type="presParOf" srcId="{C2A64C07-E7FD-43AF-A76D-AE0C231529A5}" destId="{95331B40-1344-4072-AFFB-D5924DA4473D}" srcOrd="1" destOrd="0" presId="urn:microsoft.com/office/officeart/2018/5/layout/IconCircleLabelList"/>
    <dgm:cxn modelId="{2EE03748-E42D-47E6-BAE2-1E1909A5C7CE}" type="presParOf" srcId="{C2A64C07-E7FD-43AF-A76D-AE0C231529A5}" destId="{D303C74A-9AED-444E-B62B-7D06843D841B}" srcOrd="2" destOrd="0" presId="urn:microsoft.com/office/officeart/2018/5/layout/IconCircleLabelList"/>
    <dgm:cxn modelId="{20E57ABA-DBF0-499D-8469-4CBEC82664A0}" type="presParOf" srcId="{D303C74A-9AED-444E-B62B-7D06843D841B}" destId="{A91CD25D-5B7B-4D9F-B18A-E460C047ADB6}" srcOrd="0" destOrd="0" presId="urn:microsoft.com/office/officeart/2018/5/layout/IconCircleLabelList"/>
    <dgm:cxn modelId="{9534CE30-182D-4D39-8F6D-4BE619061E3E}" type="presParOf" srcId="{D303C74A-9AED-444E-B62B-7D06843D841B}" destId="{2EE45BD7-C93C-4BF4-987E-3A3873872D3E}" srcOrd="1" destOrd="0" presId="urn:microsoft.com/office/officeart/2018/5/layout/IconCircleLabelList"/>
    <dgm:cxn modelId="{C7A5A198-6249-4427-B859-2D6E8D53C182}" type="presParOf" srcId="{D303C74A-9AED-444E-B62B-7D06843D841B}" destId="{96542E89-6AB4-4497-8097-2134802CFAE2}" srcOrd="2" destOrd="0" presId="urn:microsoft.com/office/officeart/2018/5/layout/IconCircleLabelList"/>
    <dgm:cxn modelId="{B0016D0A-5680-433C-BE70-495E027FFA90}" type="presParOf" srcId="{D303C74A-9AED-444E-B62B-7D06843D841B}" destId="{9C4C2683-931C-4177-89B2-D5CF620A4E32}" srcOrd="3" destOrd="0" presId="urn:microsoft.com/office/officeart/2018/5/layout/IconCircleLabelList"/>
    <dgm:cxn modelId="{0DC97DF9-EB80-40D7-B230-771C821708C0}" type="presParOf" srcId="{C2A64C07-E7FD-43AF-A76D-AE0C231529A5}" destId="{0800787B-D578-4065-8E69-9D6E89DD7015}" srcOrd="3" destOrd="0" presId="urn:microsoft.com/office/officeart/2018/5/layout/IconCircleLabelList"/>
    <dgm:cxn modelId="{2D84744D-267A-476D-B103-8F714257D447}" type="presParOf" srcId="{C2A64C07-E7FD-43AF-A76D-AE0C231529A5}" destId="{84501BE9-215C-43CD-AD10-AFBAB95ADA78}" srcOrd="4" destOrd="0" presId="urn:microsoft.com/office/officeart/2018/5/layout/IconCircleLabelList"/>
    <dgm:cxn modelId="{ECB30EDA-9302-4BB9-99E3-A47317C06737}" type="presParOf" srcId="{84501BE9-215C-43CD-AD10-AFBAB95ADA78}" destId="{1FA0EE1A-16BF-423F-A374-ED0639020A05}" srcOrd="0" destOrd="0" presId="urn:microsoft.com/office/officeart/2018/5/layout/IconCircleLabelList"/>
    <dgm:cxn modelId="{41A25F34-D2F5-45F4-9C08-52A3512F13B4}" type="presParOf" srcId="{84501BE9-215C-43CD-AD10-AFBAB95ADA78}" destId="{A886444D-7759-44A5-98A8-5CFE8FB219CD}" srcOrd="1" destOrd="0" presId="urn:microsoft.com/office/officeart/2018/5/layout/IconCircleLabelList"/>
    <dgm:cxn modelId="{43EDD91D-5527-4B92-A287-F9B2F55EB8A9}" type="presParOf" srcId="{84501BE9-215C-43CD-AD10-AFBAB95ADA78}" destId="{517197EA-6D5C-4858-8A3F-69C6A92547E4}" srcOrd="2" destOrd="0" presId="urn:microsoft.com/office/officeart/2018/5/layout/IconCircleLabelList"/>
    <dgm:cxn modelId="{1B43642D-0B5D-445C-AC7E-2DE3CFDB903B}" type="presParOf" srcId="{84501BE9-215C-43CD-AD10-AFBAB95ADA78}" destId="{8EEE5404-DEE5-45E0-B702-ACF34509E5B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A1A1F9-48F8-4573-984E-4C378F1D2D1C}">
      <dsp:nvSpPr>
        <dsp:cNvPr id="0" name=""/>
        <dsp:cNvSpPr/>
      </dsp:nvSpPr>
      <dsp:spPr>
        <a:xfrm>
          <a:off x="683905" y="250074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003975-63E2-4E27-AC69-7DBC85CB150F}">
      <dsp:nvSpPr>
        <dsp:cNvPr id="0" name=""/>
        <dsp:cNvSpPr/>
      </dsp:nvSpPr>
      <dsp:spPr>
        <a:xfrm>
          <a:off x="1093405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DA4A8-9EE7-4B0E-841F-97466CFCDE9A}">
      <dsp:nvSpPr>
        <dsp:cNvPr id="0" name=""/>
        <dsp:cNvSpPr/>
      </dsp:nvSpPr>
      <dsp:spPr>
        <a:xfrm>
          <a:off x="6965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Our algorithm of ANC ( means making Anti-signal ) is present here</a:t>
          </a:r>
        </a:p>
      </dsp:txBody>
      <dsp:txXfrm>
        <a:off x="69655" y="2770075"/>
        <a:ext cx="3150000" cy="720000"/>
      </dsp:txXfrm>
    </dsp:sp>
    <dsp:sp modelId="{A91CD25D-5B7B-4D9F-B18A-E460C047ADB6}">
      <dsp:nvSpPr>
        <dsp:cNvPr id="0" name=""/>
        <dsp:cNvSpPr/>
      </dsp:nvSpPr>
      <dsp:spPr>
        <a:xfrm>
          <a:off x="4385155" y="250074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45BD7-C93C-4BF4-987E-3A3873872D3E}">
      <dsp:nvSpPr>
        <dsp:cNvPr id="0" name=""/>
        <dsp:cNvSpPr/>
      </dsp:nvSpPr>
      <dsp:spPr>
        <a:xfrm>
          <a:off x="4794655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C2683-931C-4177-89B2-D5CF620A4E32}">
      <dsp:nvSpPr>
        <dsp:cNvPr id="0" name=""/>
        <dsp:cNvSpPr/>
      </dsp:nvSpPr>
      <dsp:spPr>
        <a:xfrm>
          <a:off x="377090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Real-time File Transfer</a:t>
          </a:r>
        </a:p>
      </dsp:txBody>
      <dsp:txXfrm>
        <a:off x="3770905" y="2770075"/>
        <a:ext cx="3150000" cy="720000"/>
      </dsp:txXfrm>
    </dsp:sp>
    <dsp:sp modelId="{1FA0EE1A-16BF-423F-A374-ED0639020A05}">
      <dsp:nvSpPr>
        <dsp:cNvPr id="0" name=""/>
        <dsp:cNvSpPr/>
      </dsp:nvSpPr>
      <dsp:spPr>
        <a:xfrm>
          <a:off x="8086406" y="250074"/>
          <a:ext cx="1921500" cy="1921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6444D-7759-44A5-98A8-5CFE8FB219CD}">
      <dsp:nvSpPr>
        <dsp:cNvPr id="0" name=""/>
        <dsp:cNvSpPr/>
      </dsp:nvSpPr>
      <dsp:spPr>
        <a:xfrm>
          <a:off x="8495906" y="659574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E5404-DEE5-45E0-B702-ACF34509E5BA}">
      <dsp:nvSpPr>
        <dsp:cNvPr id="0" name=""/>
        <dsp:cNvSpPr/>
      </dsp:nvSpPr>
      <dsp:spPr>
        <a:xfrm>
          <a:off x="7472156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Enables remote request here like turn on ANC or turn off ANC</a:t>
          </a:r>
        </a:p>
      </dsp:txBody>
      <dsp:txXfrm>
        <a:off x="7472156" y="2770075"/>
        <a:ext cx="31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5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1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3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9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1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5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0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0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2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82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1" r:id="rId6"/>
    <p:sldLayoutId id="2147483797" r:id="rId7"/>
    <p:sldLayoutId id="2147483798" r:id="rId8"/>
    <p:sldLayoutId id="2147483799" r:id="rId9"/>
    <p:sldLayoutId id="2147483800" r:id="rId10"/>
    <p:sldLayoutId id="21474838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6F740B1-F2D7-EC84-A769-59393E778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83" b="1403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0C8E2-774C-6AA7-5DCC-0EF6F8628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latin typeface="Georgia Pro"/>
              </a:rPr>
              <a:t>SILENCE CAN BE ENGGINERED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55561-8945-E6F0-C105-D9AF2765D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b="0">
                <a:solidFill>
                  <a:srgbClr val="FFFFFF"/>
                </a:solidFill>
                <a:ea typeface="+mn-lt"/>
                <a:cs typeface="+mn-lt"/>
              </a:rPr>
              <a:t>The DSP Inside Your ANC Earphones</a:t>
            </a: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599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04F22-9CBA-EFA3-3C61-DE36CC43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3620882" cy="11142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What is anc??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FCB9-740B-1B54-E02B-01A3CC2A9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400" y="2222956"/>
            <a:ext cx="3482656" cy="3573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 Active Noise Cancellation (ANC) is the technology 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Used in headphones and earbuds to minimize unwanted ambient sound .</a:t>
            </a:r>
            <a:endParaRPr lang="en-US"/>
          </a:p>
          <a:p>
            <a:pPr marL="0" indent="0">
              <a:buNone/>
            </a:pPr>
            <a:endParaRPr lang="en-US" sz="1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and orange object with spirals&#10;&#10;AI-generated content may be incorrect.">
            <a:extLst>
              <a:ext uri="{FF2B5EF4-FFF2-40B4-BE49-F238E27FC236}">
                <a16:creationId xmlns:a16="http://schemas.microsoft.com/office/drawing/2014/main" id="{52691D7B-EE31-0152-5B3C-F4FB3504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08" t="-390" r="-1096" b="390"/>
          <a:stretch>
            <a:fillRect/>
          </a:stretch>
        </p:blipFill>
        <p:spPr>
          <a:xfrm>
            <a:off x="4813612" y="678367"/>
            <a:ext cx="6923057" cy="476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9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71A54-B44E-2CFD-36CB-E726082CC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575" y="304430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Spider-Man vs The Lizard - School Fight Scene - The Amazing Spider-Man (2012) Movie CLIP HD - Trim">
            <a:hlinkClick r:id="" action="ppaction://media"/>
            <a:extLst>
              <a:ext uri="{FF2B5EF4-FFF2-40B4-BE49-F238E27FC236}">
                <a16:creationId xmlns:a16="http://schemas.microsoft.com/office/drawing/2014/main" id="{A9D76712-AB0E-7063-FB9E-972623C1D8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9427" y="564573"/>
            <a:ext cx="10177895" cy="5728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0939F-6749-D271-93CC-25481F1493D8}"/>
              </a:ext>
            </a:extLst>
          </p:cNvPr>
          <p:cNvSpPr txBox="1"/>
          <p:nvPr/>
        </p:nvSpPr>
        <p:spPr>
          <a:xfrm>
            <a:off x="901390" y="176560"/>
            <a:ext cx="9822364" cy="5940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This is how it feels after turning on ANC .</a:t>
            </a:r>
          </a:p>
        </p:txBody>
      </p:sp>
    </p:spTree>
    <p:extLst>
      <p:ext uri="{BB962C8B-B14F-4D97-AF65-F5344CB8AC3E}">
        <p14:creationId xmlns:p14="http://schemas.microsoft.com/office/powerpoint/2010/main" val="277771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358A0-CC11-FA78-B91B-EA6C119C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6207663" cy="6999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Ever  wonder how anc works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A37C-6E6A-8AE3-CCB1-7E0B83D7A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56" y="2855978"/>
            <a:ext cx="5503922" cy="1437639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just">
              <a:buNone/>
            </a:pPr>
            <a:r>
              <a:rPr lang="en-US" sz="2600"/>
              <a:t>Well, it works on principle of superposition But how we are generating anti-noise in headphones. 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A3092796-741F-4836-E397-4EC571A000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1065" y="1439438"/>
            <a:ext cx="5579245" cy="4425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530995-6B4F-D7E8-145E-55B51E05BB9F}"/>
              </a:ext>
            </a:extLst>
          </p:cNvPr>
          <p:cNvSpPr txBox="1"/>
          <p:nvPr/>
        </p:nvSpPr>
        <p:spPr>
          <a:xfrm>
            <a:off x="1486829" y="6003073"/>
            <a:ext cx="95993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IT MEANS THERE IS SOMETHING MORE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2941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diagram of a music conversation&#10;&#10;AI-generated content may be incorrect.">
            <a:extLst>
              <a:ext uri="{FF2B5EF4-FFF2-40B4-BE49-F238E27FC236}">
                <a16:creationId xmlns:a16="http://schemas.microsoft.com/office/drawing/2014/main" id="{B2D43B16-2F6B-67C5-B77A-D4F3A3AA0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521BA2-4693-6E70-A406-9395F708D447}"/>
              </a:ext>
            </a:extLst>
          </p:cNvPr>
          <p:cNvSpPr txBox="1"/>
          <p:nvPr/>
        </p:nvSpPr>
        <p:spPr>
          <a:xfrm>
            <a:off x="798022" y="1088392"/>
            <a:ext cx="3109693" cy="715089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Microphone which monitors ambient sound.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88B02-4FD8-7CD5-6902-EF40C8279029}"/>
              </a:ext>
            </a:extLst>
          </p:cNvPr>
          <p:cNvSpPr txBox="1"/>
          <p:nvPr/>
        </p:nvSpPr>
        <p:spPr>
          <a:xfrm>
            <a:off x="724828" y="3921511"/>
            <a:ext cx="1951463" cy="288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8A138-84AE-6A9D-8F47-0F3AEADB5038}"/>
              </a:ext>
            </a:extLst>
          </p:cNvPr>
          <p:cNvSpPr txBox="1"/>
          <p:nvPr/>
        </p:nvSpPr>
        <p:spPr>
          <a:xfrm>
            <a:off x="587546" y="3840082"/>
            <a:ext cx="2462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Ambient sound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00B89F-5D63-6D5E-8F32-8ED502B082A1}"/>
              </a:ext>
            </a:extLst>
          </p:cNvPr>
          <p:cNvCxnSpPr/>
          <p:nvPr/>
        </p:nvCxnSpPr>
        <p:spPr>
          <a:xfrm>
            <a:off x="2545140" y="1826346"/>
            <a:ext cx="1186832" cy="127418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58D0FE-25A8-C49F-6557-872881A603B6}"/>
              </a:ext>
            </a:extLst>
          </p:cNvPr>
          <p:cNvCxnSpPr>
            <a:cxnSpLocks/>
          </p:cNvCxnSpPr>
          <p:nvPr/>
        </p:nvCxnSpPr>
        <p:spPr>
          <a:xfrm flipV="1">
            <a:off x="3173593" y="3564020"/>
            <a:ext cx="1139699" cy="175809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9F3ECAC-5E8B-F245-368C-FC996C2F775A}"/>
              </a:ext>
            </a:extLst>
          </p:cNvPr>
          <p:cNvSpPr txBox="1"/>
          <p:nvPr/>
        </p:nvSpPr>
        <p:spPr>
          <a:xfrm>
            <a:off x="1005046" y="5334766"/>
            <a:ext cx="2759926" cy="1328023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Something which mentioned earlier is this small hardware </a:t>
            </a:r>
          </a:p>
          <a:p>
            <a:endParaRPr lang="en-US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2C3FC-6064-09CA-20B3-976DBAE8B66C}"/>
              </a:ext>
            </a:extLst>
          </p:cNvPr>
          <p:cNvCxnSpPr>
            <a:cxnSpLocks/>
          </p:cNvCxnSpPr>
          <p:nvPr/>
        </p:nvCxnSpPr>
        <p:spPr>
          <a:xfrm flipH="1">
            <a:off x="5987919" y="1104538"/>
            <a:ext cx="579231" cy="134306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836BB5-232A-8A3F-2CB3-646A250CA1EE}"/>
              </a:ext>
            </a:extLst>
          </p:cNvPr>
          <p:cNvSpPr txBox="1"/>
          <p:nvPr/>
        </p:nvSpPr>
        <p:spPr>
          <a:xfrm>
            <a:off x="6273209" y="407581"/>
            <a:ext cx="2525232" cy="715089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Error microphone that monitors what we hear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73F7E0-FD5A-18AF-2301-6AC71F954E97}"/>
              </a:ext>
            </a:extLst>
          </p:cNvPr>
          <p:cNvCxnSpPr>
            <a:cxnSpLocks/>
          </p:cNvCxnSpPr>
          <p:nvPr/>
        </p:nvCxnSpPr>
        <p:spPr>
          <a:xfrm flipH="1" flipV="1">
            <a:off x="8601756" y="3643763"/>
            <a:ext cx="552649" cy="99609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A852D6-9ED4-1747-7386-93CD26EF38A6}"/>
              </a:ext>
            </a:extLst>
          </p:cNvPr>
          <p:cNvSpPr txBox="1"/>
          <p:nvPr/>
        </p:nvSpPr>
        <p:spPr>
          <a:xfrm>
            <a:off x="8798442" y="4669466"/>
            <a:ext cx="2454348" cy="1634490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Anti- noise signal cancelling ambient noise signal providing clean music to listener</a:t>
            </a:r>
          </a:p>
        </p:txBody>
      </p:sp>
    </p:spTree>
    <p:extLst>
      <p:ext uri="{BB962C8B-B14F-4D97-AF65-F5344CB8AC3E}">
        <p14:creationId xmlns:p14="http://schemas.microsoft.com/office/powerpoint/2010/main" val="3553780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13" grpId="0" animBg="1"/>
      <p:bldP spid="15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37374-D2FF-F0EF-341D-52BE4A53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4937004" cy="40586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How does  this hardware work ??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9B2B23C7-64D2-3355-4FFD-90B91B0D1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898"/>
          <a:stretch>
            <a:fillRect/>
          </a:stretch>
        </p:blipFill>
        <p:spPr>
          <a:xfrm>
            <a:off x="5644016" y="10"/>
            <a:ext cx="5865727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099F72-FDD1-C28C-9085-10F960251BD9}"/>
              </a:ext>
            </a:extLst>
          </p:cNvPr>
          <p:cNvSpPr/>
          <p:nvPr/>
        </p:nvSpPr>
        <p:spPr>
          <a:xfrm>
            <a:off x="6445102" y="2014870"/>
            <a:ext cx="2252330" cy="36505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D9A245-2418-89DF-5185-B841B545E67D}"/>
              </a:ext>
            </a:extLst>
          </p:cNvPr>
          <p:cNvSpPr/>
          <p:nvPr/>
        </p:nvSpPr>
        <p:spPr>
          <a:xfrm>
            <a:off x="6366466" y="1927373"/>
            <a:ext cx="4662665" cy="1873339"/>
          </a:xfrm>
          <a:prstGeom prst="rect">
            <a:avLst/>
          </a:prstGeom>
          <a:noFill/>
          <a:ln w="28575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A1034-5C26-6F21-A9CC-8822874B18CC}"/>
              </a:ext>
            </a:extLst>
          </p:cNvPr>
          <p:cNvSpPr txBox="1"/>
          <p:nvPr/>
        </p:nvSpPr>
        <p:spPr>
          <a:xfrm>
            <a:off x="4355522" y="905186"/>
            <a:ext cx="192196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Digital Signal Processor (DSP)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085644-18EE-2DE4-7B9E-7F8BB5B1675E}"/>
              </a:ext>
            </a:extLst>
          </p:cNvPr>
          <p:cNvCxnSpPr/>
          <p:nvPr/>
        </p:nvCxnSpPr>
        <p:spPr>
          <a:xfrm>
            <a:off x="5176789" y="1519974"/>
            <a:ext cx="1165780" cy="10950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A6E2ED4-33CD-3748-039B-C54436944305}"/>
              </a:ext>
            </a:extLst>
          </p:cNvPr>
          <p:cNvSpPr txBox="1"/>
          <p:nvPr/>
        </p:nvSpPr>
        <p:spPr>
          <a:xfrm>
            <a:off x="681317" y="4724400"/>
            <a:ext cx="49933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 know you do not have </a:t>
            </a:r>
            <a:r>
              <a:rPr lang="en-US"/>
              <a:t>idea about DSP 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8FEBAC-B3C1-D116-6068-F6244A6BD04F}"/>
              </a:ext>
            </a:extLst>
          </p:cNvPr>
          <p:cNvSpPr/>
          <p:nvPr/>
        </p:nvSpPr>
        <p:spPr>
          <a:xfrm>
            <a:off x="6982445" y="2864224"/>
            <a:ext cx="1703294" cy="143436"/>
          </a:xfrm>
          <a:prstGeom prst="rect">
            <a:avLst/>
          </a:prstGeom>
          <a:solidFill>
            <a:srgbClr val="E6E8B9"/>
          </a:solidFill>
          <a:ln w="12700" cap="flat" cmpd="sng" algn="ctr">
            <a:solidFill>
              <a:srgbClr val="E6E8B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 - A --- c</a:t>
            </a:r>
          </a:p>
        </p:txBody>
      </p:sp>
    </p:spTree>
    <p:extLst>
      <p:ext uri="{BB962C8B-B14F-4D97-AF65-F5344CB8AC3E}">
        <p14:creationId xmlns:p14="http://schemas.microsoft.com/office/powerpoint/2010/main" val="118379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3" grpId="0" animBg="1"/>
      <p:bldP spid="5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33C38-782B-11A4-0504-9FB0BB06F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151083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What is Digital signal Processor (DSP) ?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65907F-40F4-CDF7-0C8D-C1776E049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855677"/>
            <a:ext cx="5792495" cy="310835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>
                <a:ea typeface="+mn-lt"/>
                <a:cs typeface="+mn-lt"/>
              </a:rPr>
              <a:t>It takes digitized real-world signals such as audio, voice, or video and mathematically manipulates them in real-time at high </a:t>
            </a:r>
            <a:r>
              <a:rPr lang="en-US" sz="2400">
                <a:ea typeface="+mn-lt"/>
                <a:cs typeface="+mn-lt"/>
              </a:rPr>
              <a:t>speeds.</a:t>
            </a:r>
          </a:p>
          <a:p>
            <a:pPr marL="0" indent="0" algn="just">
              <a:buNone/>
            </a:pPr>
            <a:r>
              <a:rPr lang="en-US" sz="2400"/>
              <a:t>Here It contains :-</a:t>
            </a:r>
          </a:p>
          <a:p>
            <a:pPr marL="457200" indent="-457200" algn="just">
              <a:buAutoNum type="arabicPeriod"/>
            </a:pPr>
            <a:r>
              <a:rPr lang="en-US" sz="2400" dirty="0"/>
              <a:t>Digital </a:t>
            </a:r>
            <a:r>
              <a:rPr lang="en-US" sz="2400"/>
              <a:t>equalizer</a:t>
            </a:r>
          </a:p>
          <a:p>
            <a:pPr marL="457200" indent="-457200" algn="just">
              <a:buAutoNum type="arabicPeriod"/>
            </a:pPr>
            <a:r>
              <a:rPr lang="en-US" sz="2400" dirty="0"/>
              <a:t>Direct Numerical </a:t>
            </a:r>
            <a:r>
              <a:rPr lang="en-US" sz="2400"/>
              <a:t>Control(DNC)</a:t>
            </a:r>
            <a:endParaRPr lang="en-US" sz="24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11666B7-FF8F-46F6-1602-14D833C60993}"/>
              </a:ext>
            </a:extLst>
          </p:cNvPr>
          <p:cNvSpPr txBox="1"/>
          <p:nvPr/>
        </p:nvSpPr>
        <p:spPr>
          <a:xfrm>
            <a:off x="8659904" y="4329952"/>
            <a:ext cx="13626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sign</a:t>
            </a:r>
            <a:r>
              <a:rPr lang="en-US" sz="3600">
                <a:solidFill>
                  <a:schemeClr val="bg1"/>
                </a:solidFill>
              </a:rPr>
              <a:t>al</a:t>
            </a:r>
          </a:p>
        </p:txBody>
      </p:sp>
      <p:pic>
        <p:nvPicPr>
          <p:cNvPr id="10" name="Picture 9" descr="A person in a car&#10;&#10;AI-generated content may be incorrect.">
            <a:extLst>
              <a:ext uri="{FF2B5EF4-FFF2-40B4-BE49-F238E27FC236}">
                <a16:creationId xmlns:a16="http://schemas.microsoft.com/office/drawing/2014/main" id="{0239E645-BE44-633F-A23A-E5072B07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756" y="1714779"/>
            <a:ext cx="4910417" cy="33746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311135-B391-5BFF-50A2-7B61467B29B0}"/>
              </a:ext>
            </a:extLst>
          </p:cNvPr>
          <p:cNvSpPr txBox="1"/>
          <p:nvPr/>
        </p:nvSpPr>
        <p:spPr>
          <a:xfrm>
            <a:off x="8955741" y="4213411"/>
            <a:ext cx="28776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signal</a:t>
            </a:r>
          </a:p>
        </p:txBody>
      </p:sp>
    </p:spTree>
    <p:extLst>
      <p:ext uri="{BB962C8B-B14F-4D97-AF65-F5344CB8AC3E}">
        <p14:creationId xmlns:p14="http://schemas.microsoft.com/office/powerpoint/2010/main" val="100249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78D16-6EDC-9462-DC2C-9F5DD956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digital </a:t>
            </a:r>
            <a:r>
              <a:rPr lang="en-US"/>
              <a:t>equalizer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BD54D-3926-503D-22CF-62129E9F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 a software-based tool or digital signal processing (DSP) algorithm used to adjust the volume of specific frequency ranges—such as bass, mids, or treble—within an audio signal.</a:t>
            </a:r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A816835B-6A60-C24F-D99F-5928DA6D5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94" r="31707" b="4"/>
          <a:stretch>
            <a:fillRect/>
          </a:stretch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4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E91C20-CF54-53AE-8A1B-D886308A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Use of DNC ( direct numerical </a:t>
            </a:r>
            <a:r>
              <a:rPr lang="en-US" dirty="0" err="1"/>
              <a:t>COntrol</a:t>
            </a:r>
            <a:r>
              <a:rPr lang="en-US" dirty="0"/>
              <a:t>)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F5A2B-FB46-A1C8-BFC8-52663A4A1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2880233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9593012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EF3759-74AA-AE00-E9D3-B14B97DA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E9B4D9-D041-1A62-C2A6-220ED5759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DC2BDCC-CBF6-2A09-27AF-F032829B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DD7E09F-2376-1650-D65B-8BB4C017A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F38CF-57B3-A09F-2C2D-240D18E5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4937004" cy="14699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How does  this hardware work ??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5F187C-FD51-11FC-FE96-A676559F2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3868A9A9-EB68-6482-D4FC-9D62845EE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898"/>
          <a:stretch>
            <a:fillRect/>
          </a:stretch>
        </p:blipFill>
        <p:spPr>
          <a:xfrm>
            <a:off x="5644016" y="10"/>
            <a:ext cx="5865727" cy="6857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2BBBA4-D242-6F2C-A3D6-CB2F8001101A}"/>
              </a:ext>
            </a:extLst>
          </p:cNvPr>
          <p:cNvSpPr/>
          <p:nvPr/>
        </p:nvSpPr>
        <p:spPr>
          <a:xfrm>
            <a:off x="6445102" y="2014870"/>
            <a:ext cx="2252330" cy="36505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D9513-592E-39CD-F498-350D6D605E5C}"/>
              </a:ext>
            </a:extLst>
          </p:cNvPr>
          <p:cNvSpPr/>
          <p:nvPr/>
        </p:nvSpPr>
        <p:spPr>
          <a:xfrm>
            <a:off x="6366466" y="1927373"/>
            <a:ext cx="4662665" cy="1873339"/>
          </a:xfrm>
          <a:prstGeom prst="rect">
            <a:avLst/>
          </a:prstGeom>
          <a:noFill/>
          <a:ln w="28575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2B39F-7F52-3490-4060-03268EEF28DF}"/>
              </a:ext>
            </a:extLst>
          </p:cNvPr>
          <p:cNvSpPr txBox="1"/>
          <p:nvPr/>
        </p:nvSpPr>
        <p:spPr>
          <a:xfrm>
            <a:off x="4355522" y="905186"/>
            <a:ext cx="192196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Digital Signal Processor (DSP)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086783-365E-6CF0-CF65-DB405921411E}"/>
              </a:ext>
            </a:extLst>
          </p:cNvPr>
          <p:cNvCxnSpPr/>
          <p:nvPr/>
        </p:nvCxnSpPr>
        <p:spPr>
          <a:xfrm>
            <a:off x="5176789" y="1519974"/>
            <a:ext cx="1165780" cy="10950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53D1E49-A58B-DA66-DC9F-0950910A69F6}"/>
              </a:ext>
            </a:extLst>
          </p:cNvPr>
          <p:cNvSpPr txBox="1"/>
          <p:nvPr/>
        </p:nvSpPr>
        <p:spPr>
          <a:xfrm>
            <a:off x="699246" y="2644589"/>
            <a:ext cx="557604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Signal B is our main music .</a:t>
            </a:r>
            <a:endParaRPr lang="en-US" sz="2000" dirty="0"/>
          </a:p>
          <a:p>
            <a:r>
              <a:rPr lang="en-US" sz="2000" dirty="0"/>
              <a:t>Signal A is </a:t>
            </a:r>
            <a:r>
              <a:rPr lang="en-US" sz="2000"/>
              <a:t>our ambient-signal</a:t>
            </a:r>
            <a:endParaRPr lang="en-US" sz="2000" dirty="0"/>
          </a:p>
          <a:p>
            <a:endParaRPr lang="en-US" sz="2000" dirty="0"/>
          </a:p>
          <a:p>
            <a:r>
              <a:rPr lang="en-US" sz="2000"/>
              <a:t>Phase reversal of signal A is –A</a:t>
            </a:r>
            <a:endParaRPr lang="en-US" sz="2000" dirty="0"/>
          </a:p>
          <a:p>
            <a:endParaRPr lang="en-US" sz="2000" dirty="0"/>
          </a:p>
          <a:p>
            <a:r>
              <a:rPr lang="en-US" sz="2000"/>
              <a:t>What should be the output sound = B – A = C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B0783-1E3C-2525-530D-9A85212B4990}"/>
              </a:ext>
            </a:extLst>
          </p:cNvPr>
          <p:cNvSpPr/>
          <p:nvPr/>
        </p:nvSpPr>
        <p:spPr>
          <a:xfrm>
            <a:off x="6992471" y="2864224"/>
            <a:ext cx="1703294" cy="143436"/>
          </a:xfrm>
          <a:prstGeom prst="rect">
            <a:avLst/>
          </a:prstGeom>
          <a:solidFill>
            <a:srgbClr val="E6E8B9"/>
          </a:solidFill>
          <a:ln w="12700" cap="flat" cmpd="sng" algn="ctr">
            <a:solidFill>
              <a:srgbClr val="E6E8B9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B - A --- c</a:t>
            </a:r>
          </a:p>
        </p:txBody>
      </p:sp>
    </p:spTree>
    <p:extLst>
      <p:ext uri="{BB962C8B-B14F-4D97-AF65-F5344CB8AC3E}">
        <p14:creationId xmlns:p14="http://schemas.microsoft.com/office/powerpoint/2010/main" val="167772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B2A9-A48D-6A50-B001-97560E929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cover in </a:t>
            </a:r>
            <a:r>
              <a:rPr lang="en-US"/>
              <a:t>this session??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79E9-A03A-5BDF-CD3D-4FA39BA48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What is </a:t>
            </a:r>
            <a:r>
              <a:rPr lang="en-US" sz="2800"/>
              <a:t>ANC??</a:t>
            </a:r>
            <a:endParaRPr lang="en-US" sz="2800" dirty="0"/>
          </a:p>
          <a:p>
            <a:r>
              <a:rPr lang="en-US" sz="2800" dirty="0"/>
              <a:t>How does the ANC works ?</a:t>
            </a:r>
          </a:p>
          <a:p>
            <a:r>
              <a:rPr lang="en-US" sz="2800"/>
              <a:t>What is DSP</a:t>
            </a:r>
            <a:endParaRPr lang="en-US" sz="2800" dirty="0"/>
          </a:p>
          <a:p>
            <a:r>
              <a:rPr lang="en-US" sz="2800"/>
              <a:t>Use of  DNC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40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62D280-C5FA-6132-E51A-069F9E3CF0A1}"/>
              </a:ext>
            </a:extLst>
          </p:cNvPr>
          <p:cNvSpPr txBox="1"/>
          <p:nvPr/>
        </p:nvSpPr>
        <p:spPr>
          <a:xfrm>
            <a:off x="1306351" y="3010419"/>
            <a:ext cx="957430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5650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SILENCE CAN BE ENGGINERED</vt:lpstr>
      <vt:lpstr>What is anc??</vt:lpstr>
      <vt:lpstr>TH</vt:lpstr>
      <vt:lpstr>Ever  wonder how anc works ??</vt:lpstr>
      <vt:lpstr>PowerPoint Presentation</vt:lpstr>
      <vt:lpstr>How does  this hardware work ??</vt:lpstr>
      <vt:lpstr>What is Digital signal Processor (DSP) ?</vt:lpstr>
      <vt:lpstr>What is digital equalizer</vt:lpstr>
      <vt:lpstr>Use of DNC ( direct numerical COntrol) </vt:lpstr>
      <vt:lpstr>How does  this hardware work ??</vt:lpstr>
      <vt:lpstr>What did we cover in this session??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241</cp:revision>
  <dcterms:created xsi:type="dcterms:W3CDTF">2026-04-03T14:30:56Z</dcterms:created>
  <dcterms:modified xsi:type="dcterms:W3CDTF">2026-04-03T23:26:13Z</dcterms:modified>
</cp:coreProperties>
</file>